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3D Organism Growth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Sage Arthur Jordan Clokey</a:t>
            </a:r>
          </a:p>
          <a:p>
            <a:r>
              <a:t>UCSC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Modeling Biological Growth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Biological systems grow in branching, spiral, and gradient-based patterns.</a:t>
            </a:r>
          </a:p>
          <a:p>
            <a:r>
              <a:t>• AI-driven simulations replicate these patterns for synthetic biology applications.</a:t>
            </a:r>
          </a:p>
          <a:p>
            <a:r>
              <a:t>• Goal: Develop a self-organizing 3D growth model using Neural Cellular Automata (NCA).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Methods: AI-Driven Growth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Growth modeled using Neural Cellular Automata (NCA) and reinforcement learning.</a:t>
            </a:r>
          </a:p>
          <a:p>
            <a:r>
              <a:t>• Integrated three growth types:</a:t>
            </a:r>
          </a:p>
          <a:p>
            <a:r>
              <a:t>   - Branching (L-systems, Diffusion-Limited Aggregation)</a:t>
            </a:r>
          </a:p>
          <a:p>
            <a:r>
              <a:t>   - Spiral (Fibonacci-based patterns)</a:t>
            </a:r>
          </a:p>
          <a:p>
            <a:r>
              <a:t>   - Gradient-based (morphogen diffusion, biomechanical feedback)</a:t>
            </a:r>
          </a:p>
          <a:p>
            <a:r>
              <a:t>• Implemented in Python with PyTorch and Trimesh for 3D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AI-Guided Growth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generated branching networks, spiral formations, and gradient-adaptive structures.</a:t>
            </a:r>
          </a:p>
          <a:p>
            <a:r>
              <a:t>• Growth self-organized without predefined structures, responding to simulated biomechanical forces.</a:t>
            </a:r>
          </a:p>
          <a:p>
            <a:r>
              <a:t>• Demonstrated potential for bioengineering applications such as synthetic tissue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growth models replicate natural biological development.</a:t>
            </a:r>
          </a:p>
          <a:p>
            <a:r>
              <a:t>• Future work:</a:t>
            </a:r>
          </a:p>
          <a:p>
            <a:r>
              <a:t>   - Incorporate real-world material properties for improved biomechanical realism.</a:t>
            </a:r>
          </a:p>
          <a:p>
            <a:r>
              <a:t>   - Map AI-generated growth patterns to DNA sequences for synthetic biology applications.</a:t>
            </a:r>
          </a:p>
          <a:p>
            <a:r>
              <a:t>   - Explore applications in regenerative medicine, bio-printed tissues, and self-growing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